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AI 에이전트와 매일 일하면서 느끼는 가장 원초적인 답답함에서 시작합니다. 엄청 유능한데 왜 매번 같은 말을 반복해야 하고, 왜 가끔 허위 보고를 할까? 에이전트를 다루는 기술이 아닌 에이전트와 일하는 리더십과 워크플로우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신입은 정말 유능합니다. 하지만 세션이 닫히는 순간 어제 청소해둔 서랍 위치부터 지난주 결정된 협의 사항을 전부 잊어버립니다. 그리고 모르면 물어봐야 하는데 그럴듯하게 빈칸을 채워넣죠.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중요한 정체성의 전환입니다. 여러분이 에이전트를 켜는 순간 개발자 개인이 아니라 1인 PL(Project Leader)이 됩니다. 그런데 리더십을 배운 적이 없으니 프롬프트 창에 막 던지게 되고 사고가 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학습회의 4가지 명확한 목표입니다. 이론 설명에 그치지 않고 자기 팀과 자기 작업 공간에 바로 적용할 수 있는 4개 기준을 가져가게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1부로 진입합니다. 첫 번째 질문입니다. "과연 어떤 리더가 에이전트에게 좋은 리더일까요?"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던지기는 에이전트에겐 대재앙입니다. 막히면 물어봐야 되는데 되묻지 않기 때문입니다. 그렇다고 코드를 한 줄 한 줄 지정해주면 에이전트를 쓸 이유가 없어지죠.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에이전트는 사람 신입과 다릅니다. 되묻는 비용보다 모르는 채 자기 임의로 짐작해서 코드를 짜는 경향이 구조적으로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위임과 확인은 1개의 일직선 다이얼이 아닙니다. 위임(방법 자율성)도 높이고, 확인(결과 검증)도 둘 다 최대로 올려야 '시스템적 리더'가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 프롬프트 창을 열고 지시할 때 완료 조건, 범위 밖, 허용할 방법 3개를 작성할 수 있는 상태인지 2분간 점검합니다.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확인을 뒤에서 주관으로 하려니 리더가 병목이 됩니다. 완료 조건을 앞으로 가져오면 판단이 단순한 '대조'로 바뀌고 대조는 기계에 넘길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전체의 복선입니다. 내가 매번 눈으로 검수하면 2단계 병목에 갇힙니다. 3단계 '확인이 저절로 걸리는 장치'를 만드는 것이 오늘 학습회의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시작합니다. 세션 경계에서 생기는 기억 상실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세션 경계에서 일어나는 비극입니다. 어제 다 거절했던 아이디어를 오늘 에이전트가 다시 가져옵니다.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비싼 비용은 3번입니다. 하지 않기로 했던 대안을 잊고 다시 수행하면서 엄청난 시간을 허비하게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commit 로그를 다 찾아봐도 '시도해보았으나 버렸던 대안'은 남지 않습니다. 파일 기반 인계 노트가 필요한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처음엔 안 적어도 잘 되니까 '인계 파일 필요 없네' 하고 안 만듭니다. 하지만 프로젝트가 커지면 어느 순간 틀리기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탐색 실패 4가지 모드입니다. 특히 2번 부재 증명 불가가 가장 치명적입니다.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에이전트가 "없다"고 하면 "아, 아직 못 찾았구나" 또는 "다른 단어로 적혀 있겠구나" 가설로 다뤄야지 덥석 새로 짜게 두면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더 검색을 잘하게 만드는 기술보다, '검색하지 않아도 처음 열었을 때 바로 눈에 띄게 만드는 구조'가 정답입니다.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3입니다. 혼자 쓸 때는 개인 머리로 메웠던 문제가 여럿이 각자 에이전트를 쓸 때 어떻게 변하는지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협업 시엔 규모의 문제가 아니라 '종류가 다른 문제'로 변화합니다.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충돌보다 나쁜 것이 중복입니다. 에러가 안 나니까 조용히 머지되고 6개월 뒤 엉뚱한 버그로 터집니다.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문제의 인과 사슬이 다 쌓였습니다. 이제 왜 워크플로우라는 이름이 붙어야 하는지 대안을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4입니다. 워크플로우의 정의입니다.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문제마다 1:1로 대응되는 장치를 매핑합니다.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기록을 남길 때 가장 큰 실수는 사람이 읽는 문서와 에이전트가 읽는 프롬프트 맥락을 섞어버리는 것입니다. 사람용은 맥락과 결정 이유를, AI용은 정규식과 수치, 상태 파일 형태(AGENTS.md/JSON)로 분리해야 최적화됩니다.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stale wiki는 최악입니다. 에이전트는 환각과 결합되어 잘못된 옛날 문서대로 코드를 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 기록하자면 읽는 비용으로 그대로 되돌아옵니다. 버리는 규칙이 있어야 유지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 복사는 사본 드리프트를 만듭니다. 원본 한 벌 법칙입니다.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우리 저장소 사례입니다. 규칙을 4군데 복사해두었더니 아무 에러 없이 1년 간 다르게 구르고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기록을 성실성에 맡기면 안 됩니다. 안 적으면 다음 작업이 안 굴러가도록 파이프라인에 연결하는 것이 자연화입니다.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하루 한 사이클의 표준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PART 5입니다. 에이전트가 기록을 알아서 쓰게 했더니, 그 기록이 거짓말이면 어떻게 하나? 검증 장치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발생했던 사례 두 가지입니다. 에이전트의 보고를 100% 믿으면 안 되고 검사 스크립트가 사실 여부를 판정해줘야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검사가 3단계 차단일 필요는 없습니다. 1단계 알림만으로도 90%의 기억 누실 사고를 예방합니다.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사용한 신입 은유가 깨지는 3지점입니다. 이 깨지는 지점이 곧 워크플로우가 만들어져야 하는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11의 복선 회수입니다. 리더가 매번 붙어있지 않아도 시스템이 확인해주는 구조를 만드는 것, 이것이 에이전트 시대의 리더십입니다.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강의를 마치며 질문을 던집니다. 여러분 팀에서 오직 사람의 머릿속 기억에만 의존하고 있는 부분 1개를 찾아 오늘 반나절 동안 최소 워크플로우 파일 3개를 만드시기 바랍니다.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AI 에이전트를 위한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매일 아침 기억을 잃는 신입과 일하는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에이전트에게 지시하는 사람에서, 시스템으로 지휘하는 리더로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01. 현상의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이 동료의 이력서는 화려합니다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59669"/>
                </a:solidFill>
              </a:defRPr>
            </a:pPr>
            <a:r>
              <a:t>💪 압도적인 역량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전 세계 모든 라이브러리 문서를 아는 지식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초당 수천 줄의 코드를 작성하는 속도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지치지 않고 24시간 요청을 처리하는 체력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완벽한 대형 언어 모델 (LLM)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DC2626"/>
                </a:solidFill>
              </a:defRPr>
            </a:pPr>
            <a:r>
              <a:t>⚠️ 치명적인 치매 &amp; 버릇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세션 종료시 어제의 기억을 완전히 상실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막히면 되묻지 않고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빈칸을 지어냄 (환각)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요청하지 않은 파일까지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과잉 수정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실제 테스트 없이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"완료했습니다" 허위 보고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매일 아침 기억을 잃는 유능한 신입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02. 프레임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신입이 온 게 아니라, 당신이 PL이 된 겁니다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👨‍💻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이전의 나 (Individual Contributor)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내가 직접 생각하고, 내가 직접 구현하고, 내가 검수한다.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59669"/>
                </a:solidFill>
              </a:defRPr>
            </a:pPr>
            <a:r>
              <a:t>👑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에이전트를 붙인 나 (Project Leader)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업무를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위임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하고, 맥락을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전달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하며, 결과를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확인 및 검증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03. 오늘 가져갈 4가지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오늘 이 자리가 끝났을 때 손에 쥐는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목표 1. 위임의 정밀화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완료 조건·범위 밖·방법 자율성 분리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모호한 지시를 에이전트가 완수 가능한 한 문장 크기로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목표 2. 탐색의 태도 전환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"없습니다"를 결론이 아닌 가설로 취급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검색 0건이 부재 증명이 아님을 알고 지도/상태 제공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목표 3. 워크플로우 이식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기록을 남길 위치 1개(인계/상태 파일) + 검사 1개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성실성에 의존하지 않고 다음 세션 입력이 되도록 세팅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목표 4. 기록 자산화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개인 메모리 vs 팀 공유 버전 관리 구분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개인 툴 메모리를 넘어 저장소 차원의 맥락 기록 체계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위임과 확인 다이얼은 두 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어떤 리더가 에이전트와 가장 일 잘하는 리더인가?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1.1 리더십의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던져주는 리더 vs 분해해 주는 리더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DC2626"/>
                </a:solidFill>
              </a:defRPr>
            </a:pPr>
            <a:r>
              <a:t>💣 그냥 던지는 리더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"로그인 기능 알아서 구현해줘"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사람 팀에선 시니어에게 통함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에이전트는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침묵하며 빈칸을 지어냄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예상과 완전히 다른 결과물 출몰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59669"/>
                </a:solidFill>
              </a:defRPr>
            </a:pPr>
            <a:r>
              <a:t>🔍 세세하게 다 분해하는 리더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"A파일 12줄에 if문 추가하고 B함수 호출해줘"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에이전트의 속도 이점 소멸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"내가 직접 짜는 게 빠르겠다"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피로감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리더가 전체 시스템의 결정적 병목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1.2 에이전트의 특이성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필요할 때 항상 되묻는다고 기대할 수 없습니다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👤 사람 신입 개발자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"팀장님, DB 스키마에 결제 상태 필드가 안 보이는데 기존 Enum을 써야 하나요, 아니면 추가해야 하나요?"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 막히면 멈추고 질문을 던진다.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🤖 AI 에이전트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"결제 상태 필드가 없으므로 기존 코드를 임의로 수정하여 `STATUS_UNKNOWN_V2`를 임의로 추가하고 작업을 마쳤습니다."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 되묻지 않고 그럴듯한 빈칸을 채운다.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1.3 다이얼의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다이얼은 하나가 아니라 둘입니다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1E293B"/>
                </a:solidFill>
              </a:defRPr>
            </a:pPr>
            <a:r>
              <a:t>🔒 무조건 고정할 3가지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1. 완료 조건 (Done Definition)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2. 범위 밖 (Out of Scope)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3. 작업의 크기 (Single Task Size)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🔓 풀어줄 것: 구현 방법과 알고리즘 선택 (자율성)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1.4 미니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이 일을 맡길 준비가 되었습니까?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✕ 모호하고 위험한 지시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"결제 실패 원인 조사하고 코드 고쳐줘"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59669"/>
                </a:solidFill>
              </a:defRPr>
            </a:pPr>
            <a:r>
              <a:t>✓ 3가지 다이얼이 고정된 지시 카드 (위임 카드)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· 완료 조건: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`logs/payment.log`에서 500 에러 원인을 찾고 테스트 케이스 1개 작성 통과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· 범위 밖: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결제 PG사 연동 모듈 로직 본체는 수정 금지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· 허용할 방법:</a:t>
            </a:r>
          </a:p>
          <a:p>
            <a:pPr>
              <a:spcAft>
                <a:spcPts val="600"/>
              </a:spcAft>
              <a:defRPr sz="1800" b="0">
                <a:solidFill>
                  <a:srgbClr val="1E293B"/>
                </a:solidFill>
              </a:defRPr>
            </a:pPr>
            <a:r>
              <a:t>재시도(Retry) 핸들러 추가 또는 예외 로직 분기 자유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1.5 확인의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확인을 앞으로 당기면 판단이 대조가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기존: 확인을 뒤에 둘 때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사람 리더의 "주관적 판단"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에이전트가 수천 줄 짠 코드를 보고 "잘 짜였나?" 사람이 직접 눈으로 읽고 주관적으로 판단한다.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 리더 피로도 극대화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59669"/>
                </a:solidFill>
              </a:defRPr>
            </a:pPr>
            <a:r>
              <a:t>개선: 완료 조건을 사전에 확정할 때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기계에 넘길 수 있는 "대조"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완료 조건을 테스트/스크립트로 명시하고 결과 일치 여부만 대조한다.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 대조 작업은 자동화/기계 이관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1.6 리더의 성장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확인을 조이면 내가 병목이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1단계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내가 직접 다 한다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에이전트 미도입 또는 수동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2단계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맡기고 내가 확인한다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리더의 시간이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3단계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맡기고 확인이 저절로 걸린다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시스템으로 굴러가는 워크플로우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이 부하는 매일 기억을 잃습니다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기억 상실과 탐색 실패가 불러오는 3겹의 비용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2.1 세션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어제의 세션과 오늘의 세션은 다른 사람입니다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어제 세션 (Session A)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"결제 실패 버그 원인을 분석해서 DB 인덱스 문제이고 `ORDER_V2` 테이블은 건드리지 않기로 결정함."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오늘 새 세션 (Session B)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"깨끗한 빈 화면. 어제 무언가 논의했다는 사실 자체를 모름. 다시 `ORDER_V2` 테이블을 고치자고 제안함."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2.2 기억의 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비용은 세 겹입니다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1. 재탐색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토큰·시간 낭비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(눈에 보이지만 가장 싼 비용)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2. 재현성 없음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그날 무엇을 읽었는가에 따라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결론이 매번 바뀜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828800"/>
            <a:ext cx="33832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DC2626"/>
                </a:solidFill>
              </a:defRPr>
            </a:pPr>
            <a:r>
              <a:t>3. 버렸던 대안의 재시도 ★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하지 않기로 한 대안을 잊어버려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잘못된 길을 다시 시도함 (가장 비쌈)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2.3 git의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git이 기억하지 못하는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git이 기억하는 것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"무엇을 변경했는가" (코드 Diff, 커밋 메시지)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결과물의 코드 변경 내역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git이 기억하지 못하는 것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"무엇을 하지 않기로 결정했는가"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"왜 대안 B가 아닌 대안 A를 선택했는가"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기각된 선택지와 판단 맥락 (소실됨)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2.4 규모 곡선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처음에는 괜찮다가 어느 순간 틀리기 시작합니다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1E293B"/>
                </a:solidFill>
              </a:defRPr>
            </a:pPr>
            <a:r>
              <a:t>📈 프로젝트 초반 (파일 &lt; 20개)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코드량이 적어 세션 시작 시 재탐색하는 것만으로 기억을 대체할 수 있음 (증상 없음)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📉 프로젝트 성숙 (코드베이스 확장)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어디를 볼지 자체가 이전 세션의 지식 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증상 전환: 느려지다가 틀리기 시작함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2.5 탐색의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찾기는 구조적으로 실패할 수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1. 어휘 불일치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내가 찾는 키워드 ≠ 기존 코드에 쓰인 키워드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2. 부재 증명 불가 ★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검색 0건 = 진짜 코드/규칙이 없는가?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3. 비문자열 연결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중요한 시스템간 의존성은 코드 문자열에 안 드러남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4. 부분 표본의 확신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파일 1~2개 훑고 전체 구조를 다 파악했다고 착각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2.6 판단의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"없습니다"는 결론이 아니라 가설입니다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1E293B"/>
                </a:solidFill>
              </a:defRPr>
            </a:pPr>
            <a:r>
              <a:t>🤖 에이전트: "해당 함수를 검색한 결과 0건이므로 새로 작성하겠습니다."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➔ 기존 유틸리티가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scripts/legacy_helper.py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에 다른 이름으로 존재하는데도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조용히 중복 작성이 태어나는 결정적 오판 지점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2.7 대안의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찾지 않아도 되게 만들어 줍니다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59669"/>
                </a:solidFill>
              </a:defRPr>
            </a:pPr>
            <a:r>
              <a:t>🗺️ 진입점 (Entry Point)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매 세션 접속 시 처음 읽어야 할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핵심 지도를 파일로 명시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(AGENTS.md / README)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59669"/>
                </a:solidFill>
              </a:defRPr>
            </a:pPr>
            <a:r>
              <a:t>📌 상태 파일 (State File)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이전 세션이 어디까지 했고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무엇을 확인 못 했는지 인계 노트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제공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신입이 한 명이 아닙니다 여럿이면 문제가 종류를 바꿉니다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혼자일 때와 팀일 때 생기는 파편화의 차이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3.1 협업의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아무의 머릿속에도 없는 결정이 생깁니다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🙋‍♂️ 혼자 일할 때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"내가 머릿속으로 기억하면 되지"가 어느 정도 통함. 임시 판단도 내 머리에 남아 있음.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👥 여럿이 각자 에이전트로 일할 때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팀원 A와 에이전트 A1, 팀원 B와 에이전트 B1이 각자 다른 서랍에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아무의 머리에도 없는 암묵적 결정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을 코드에 심어놓음.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3.2 중복 vs 충돌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중복은 충돌보다 늦게 발견됩니다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1E293B"/>
                </a:solidFill>
              </a:defRPr>
            </a:pPr>
            <a:r>
              <a:t>💥 충돌 (Conflict)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동일 파일 동일 줄을 건드림.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 git merge 시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그 자리에서 에러로 드러남 (안전)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👻 중복 (Duplication)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각자 다른 파일/다른 함수명으로 같은 로직 구현.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➔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조용히 머지되고 한참 뒤 버그로 발견됨 (위험)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3.3 문제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문제를 다 모았습니다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1. 기억 상실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세션이 닫히면 어제의 맥락 소실.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매 세션 처음부터 재탐색하는 비용 발생.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2. 탐색 오판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검색 0건을 '없다'고 오판.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기존 코드를 두고 조용한 중복 작성 태어남.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3. 협업 파편화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각자 에이전트로 암묵적 결정 생산.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충돌보다 위험한 조용한 중복 머지.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💡 이 3가지 문제 사슬을 끊는 결론 ➔ 저장소 수준의 '워크플로우'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워크플로우 — 여기서 이름을 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사람의 성실성에 의존하던 지식을 저장소로 내려놓는 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4.1 대안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문제마다 붙일 장치가 다릅니다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1. 기억 상실 문제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➔ 메모리 &amp; 상태 인계 파일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지난 세션의 작업 위치와 인계 노트를 다음 세션 첫 줄에 즉시 복원합니다.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2. 규모·탐색 오판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➔ Wiki &amp; 진입점 인덱스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검색 없이 처음 읽어야 할 핵심 지도(AGENTS.md)를 주어 사각지대를 막습니다.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3. 중복 작업 문제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➔ 작업 사전 공개 (백로그)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각자 돌리는 에이전트의 작업 범위를 사전에 공개해 중복 작업을 방지합니다.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4. 중구난방 산출물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➔ 규칙 한 벌 (Rules)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사본 드리프트 없이 저장소 중앙의 동일한 규약 한 벌을 전원에 강제합니다.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4.2 문서의 독자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사람이 읽는 문서와 AI가 읽는 문서는 다릅니다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👤 사람용 문서 (Human Docs)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목적: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맥락 이해, 의사결정 비하인드 파악, 팀 회고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특징: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시각적 구조(헤더·요약), 친절한 서술, 가독성 중심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종류: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기능 명세서, 시스템 아키텍처, 의사결정 기록(ADR)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🤖 AI용 문서 (Machine Context)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목적: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환각 방지, 0.1초 단일 파싱, 조건 기계적 대조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특징: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토큰 효율성, 명확한 정규식·경로, Key-Value 구조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종류: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`AGENTS.md`, `.agent/state.json`, 검사 스크립트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💡 둘을 분리하면 작성 공수는 절반으로 줄고, 에이전트의 참사 비율과 토큰 비용은 10배 절감됩니다.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4.3 지식 신선도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오래된 지도는 없는 지도보다 나쁩니다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1E293B"/>
                </a:solidFill>
              </a:defRPr>
            </a:pPr>
            <a:r>
              <a:t>❌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검색 실패: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"못 찾았다"로 안전하게 끝남.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🚨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Stale Wiki (오래된 문서):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틀린 지식을 에이전트가 아주 자신 있게 읽고 잘못된 코드를 짬.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4.4 버리는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남기는 것만큼 버리는 것도 정합니다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1단계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세션 전량 기록 (Raw Log)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세션 내 모든 대화 및 코드 커밋 내역 수집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2단계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핵심 결정 추출 (Decision Log)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왜 대안 A를 선택하고 대안 B를 버렸는지 이유 축적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3단계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지식 승격 (Doc Elevation)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검증된 결정을 팀 위키/진입점 문서로 정제 상향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2626"/>
                </a:solidFill>
              </a:defRPr>
            </a:pPr>
            <a:r>
              <a:t>4단계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오래된 히스토리 폐기 (Purge)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승격 완료된 오래된 세션의 파편 로그 자동 청소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4.5 단일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규칙은 한 벌만 씁니다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✕ 손 복사 방식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프로젝트마다 `.cursorrules`, `AGENTS.md`를 손 복사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시간이 지나며 사본 간 규약 드리프트 발생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테스트가 에러를 잡지 못해 오랫동안 방치됨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59669"/>
                </a:solidFill>
              </a:defRPr>
            </a:pPr>
            <a:r>
              <a:t>✓ 단일 원본 + 동적 생성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저장소 중앙에 단일 원본 규칙 한 벌만 유지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각 IDE/툴에 맞는 규약 파일은 빌드 시 자동 생성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사본 드리프트 없이 100% 동일한 컨벤션 보장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4.6 사례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사례 A — 매뉴얼을 네 부 복사했더니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4.7 자동화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자연스러운 시스템화 = 다음 행동 안에 들어가는 것입니다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1. 에이전트가 쓴다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사람이 수동으로 쓰지 않고 세션 종료 시 에이전트가 인계 노트를 자동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2. 커밋에 동봉한다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코드 변경 커밋에 인계 노트 파일도 단일 커밋으로 동봉하여 이력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3. 안 하면 다음이 막힌다 ★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(예: 이전 세션 인계서가 없으면 오늘 에이전트가 '이전 상태 확인 불가' 경고 후 작업을 자동 중단)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4. 빠지면 알려준다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다음 세션 브리핑 첫 줄에 인계 파일 누락 사실을 즉시 알려 리더가 인지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4.8 하루 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하루 한 사이클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1. 상태 읽기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전 세션 인계서 및 이슈 상태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18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2. 범위 못박기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완료 조건 &amp; 범위 밖 명시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7" y="1828800"/>
            <a:ext cx="24688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E293B"/>
                </a:solidFill>
              </a:defRPr>
            </a:pPr>
            <a:r>
              <a:t>3. 작업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방법 자율성 부여 후 구현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7" y="1828800"/>
            <a:ext cx="24688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</a:defRPr>
            </a:pPr>
            <a:r>
              <a:t>4. 확인</a:t>
            </a:r>
          </a:p>
          <a:p>
            <a:pPr>
              <a:spcAft>
                <a:spcPts val="400"/>
              </a:spcAft>
              <a:defRPr sz="1500" b="0">
                <a:solidFill>
                  <a:srgbClr val="1E293B"/>
                </a:solidFill>
              </a:defRPr>
            </a:pPr>
            <a:r>
              <a:t>완료 조건 및 테스트 자동 대조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그런데, 그 기록은 사실입니까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748B"/>
                </a:solidFill>
              </a:defRPr>
            </a:pPr>
            <a:r>
              <a:t>자동 기록의 허위 보고를 검사하는 최소 검증 장치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5.1 사례 B/C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"썼다"와 "맞다"는 다릅니다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사례 B: 다른 서랍에 인계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읽는 쪽 reader만 새 경로로 바꾸고 쓰는 쪽 writer는 옛 자리에 둔 채 "인계서 갱신 완료" 보고서 제출.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DC2626"/>
                </a:solidFill>
              </a:defRPr>
            </a:pPr>
            <a:r>
              <a:t>사례 C: 미완료 작업의 '완료' 오분류</a:t>
            </a:r>
          </a:p>
          <a:p>
            <a:pPr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상태 미분류건이 fallback 처리로 Done 승격되어, 완료된 적 없는 3건이 완료 목록에 잘못 집계됨.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5.2 검사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검사는 위험에 맞는 강도로 겁니다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</a:defRPr>
            </a:pPr>
            <a:r>
              <a:t>1단계: 알림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다음 세션 브리핑 첫 줄에 뜨게 함.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커밋을 막지 않음.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2단계: 확인 요청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불일치 발견 시 사용자의 explicit 승인 후 진행.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828800"/>
            <a:ext cx="3383279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DC2626"/>
                </a:solidFill>
              </a:defRPr>
            </a:pPr>
            <a:r>
              <a:t>3단계: 차단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치명적 규약 위반 시 작업 및 커밋 중단.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5.3 사람과 AI의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사람 신입과 AI 에이전트의 결정적 차이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1E293B"/>
                </a:solidFill>
              </a:defRPr>
            </a:pPr>
            <a:r>
              <a:t>사람 신입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경험이 쌓이고 온보딩은 한 번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막히면 질문을 던짐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신뢰가 쌓여 확인이 줄어듦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AI 에이전트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매 세션 기억 상실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되묻지 않고 짐작함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· 맥락/신뢰가 미누적됨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그래서 워크플로우란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온보딩 자동화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사각지대 문서화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➔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</a:defRPr>
            </a:pPr>
            <a:r>
              <a:t>확인을 장치 이관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5.4 본질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좋은 리더는 자기 없이 굴러가게 만듭니다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지시는 문서로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모호한 말 대신 완료 조건과 범위 밖을 사전에 파일 한 문장으로 완벽하게 명시합니다.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맥락은 기록으로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세션별 주요 결정 이유와 거절했던 대안을 저장소 인계 노트로 차곡차곡 축적합니다.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828800"/>
            <a:ext cx="3383279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059669"/>
                </a:solidFill>
              </a:defRPr>
            </a:pPr>
            <a:r>
              <a:t>확인은 장치로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리더의 주관적 검수 피로 대신 테스트 및 자동 검사 스크립트에 대조를 위임합니다.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CTA &amp;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지금 사람의 기억에만 맡겨둔 것은 무엇입니까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282523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</a:defRPr>
            </a:pPr>
            <a:r>
              <a:t>오늘 반나절이면 충분합니다: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① 진입점 파일 1개 (AGENTS.md / README)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② 기록을 남길 위치 1개 (상태/인계 파일: state / notes)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</a:defRPr>
            </a:pPr>
            <a:r>
              <a:t>③ 최소 검사 스크립트 1개 (verify script)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